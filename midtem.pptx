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4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Πανοραμική 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FBE0E5C-9C4D-6635-2961-3E851BBFE4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F1 Fan Hub (Task Manager)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1753C7B0-7E35-15FA-3747-B58EDB8D9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4599" y="3657596"/>
            <a:ext cx="7162802" cy="171450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Client-side Framework Used: Bootstrap 5</a:t>
            </a:r>
            <a:endParaRPr lang="en-US" dirty="0"/>
          </a:p>
          <a:p>
            <a:r>
              <a:rPr lang="en-US" dirty="0"/>
              <a:t>Project: F1 Fan Hub (Home, Fan Plans, Analytics, About, Contact)</a:t>
            </a:r>
          </a:p>
          <a:p>
            <a:r>
              <a:rPr lang="en-US" dirty="0"/>
              <a:t>Why Bootstrap: fast, responsive UI with consistent components</a:t>
            </a:r>
          </a:p>
          <a:p>
            <a:r>
              <a:rPr lang="en-US" dirty="0"/>
              <a:t>DOM manipulation: Vanilla JavaScript (no </a:t>
            </a:r>
            <a:r>
              <a:rPr lang="en-US" dirty="0" err="1"/>
              <a:t>getElementById</a:t>
            </a:r>
            <a:r>
              <a:rPr lang="en-US" dirty="0"/>
              <a:t>) </a:t>
            </a:r>
          </a:p>
          <a:p>
            <a:r>
              <a:rPr lang="en-US" dirty="0"/>
              <a:t>This project uses Bootstrap 5 as the UI framework and vanilla JavaScript for DOM manipulation: tasks, filters, modals, dark mode, and API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0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FFD78BE-1AFA-2C02-73E4-B4FFB176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Bootstrap 5?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A899EFE-3E93-459A-FF2C-2D1B4E5D7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Bootstrap gives us</a:t>
            </a:r>
            <a:endParaRPr lang="en-US" dirty="0"/>
          </a:p>
          <a:p>
            <a:r>
              <a:rPr lang="en-US" dirty="0"/>
              <a:t>Responsive grid system (mobile → desktop)</a:t>
            </a:r>
          </a:p>
          <a:p>
            <a:r>
              <a:rPr lang="en-US" dirty="0"/>
              <a:t>Prebuilt components: navbar, cards, tables, forms, buttons, modals, carousel</a:t>
            </a:r>
          </a:p>
          <a:p>
            <a:r>
              <a:rPr lang="en-US" dirty="0"/>
              <a:t>Consistent spacing + typography utilities (container, row, g-3, etc.)</a:t>
            </a:r>
            <a:br>
              <a:rPr lang="en-US" dirty="0"/>
            </a:br>
            <a:r>
              <a:rPr lang="en-US" dirty="0"/>
              <a:t>Bootstrap saves time because it provides a standard responsive layout and UI components we can customize.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551EDE2-81E4-48D6-9F0C-A49B0CA7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App Structure (Pages)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FDAE8F2-4D8A-1B3A-8C5F-F20A4970C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/>
              <a:t>5 pages</a:t>
            </a:r>
            <a:endParaRPr lang="en-US" sz="2800" dirty="0"/>
          </a:p>
          <a:p>
            <a:r>
              <a:rPr lang="en-US" b="1" dirty="0"/>
              <a:t>Home (index.html)</a:t>
            </a:r>
            <a:r>
              <a:rPr lang="en-US" dirty="0"/>
              <a:t>: welcome + next race widget (API) + latest activity</a:t>
            </a:r>
          </a:p>
          <a:p>
            <a:r>
              <a:rPr lang="en-US" b="1" dirty="0"/>
              <a:t>Fan Plans (tasks.html)</a:t>
            </a:r>
            <a:r>
              <a:rPr lang="en-US" dirty="0"/>
              <a:t>: create/edit/delete/complete tasks + filters/sorting</a:t>
            </a:r>
          </a:p>
          <a:p>
            <a:r>
              <a:rPr lang="en-US" b="1" dirty="0"/>
              <a:t>Analytics (analytics.html)</a:t>
            </a:r>
            <a:r>
              <a:rPr lang="en-US" dirty="0"/>
              <a:t>: charts of task status + priority breakdown</a:t>
            </a:r>
          </a:p>
          <a:p>
            <a:r>
              <a:rPr lang="en-US" b="1" dirty="0"/>
              <a:t>About (about.html)</a:t>
            </a:r>
            <a:r>
              <a:rPr lang="en-US" dirty="0"/>
              <a:t>: project/team cards + carousel</a:t>
            </a:r>
          </a:p>
          <a:p>
            <a:r>
              <a:rPr lang="en-US" b="1" dirty="0"/>
              <a:t>Contact (contact us.html)</a:t>
            </a:r>
            <a:r>
              <a:rPr lang="en-US" dirty="0"/>
              <a:t>: validated form + confirmation modal + Google Map</a:t>
            </a:r>
          </a:p>
          <a:p>
            <a:r>
              <a:rPr lang="en-US" dirty="0"/>
              <a:t>Each page shares the same responsive navbar and footer for consistent navigation.</a:t>
            </a:r>
          </a:p>
        </p:txBody>
      </p:sp>
    </p:spTree>
    <p:extLst>
      <p:ext uri="{BB962C8B-B14F-4D97-AF65-F5344CB8AC3E}">
        <p14:creationId xmlns:p14="http://schemas.microsoft.com/office/powerpoint/2010/main" val="10456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D7F3E6-D6B7-9F59-0962-5E6859A57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Responsive Navigation (Hamburger Menu)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1A6E210-1405-C901-0F7E-E01C292D0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Bootstrap Navbar</a:t>
            </a:r>
            <a:endParaRPr lang="en-US" dirty="0"/>
          </a:p>
          <a:p>
            <a:r>
              <a:rPr lang="en-US" dirty="0"/>
              <a:t>navbar, navbar-expand-lg, navbar-toggler</a:t>
            </a:r>
          </a:p>
          <a:p>
            <a:r>
              <a:rPr lang="en-US" dirty="0"/>
              <a:t>collapses into a hamburger on smaller screens</a:t>
            </a:r>
          </a:p>
          <a:p>
            <a:r>
              <a:rPr lang="en-US" dirty="0"/>
              <a:t>uses Bootstrap’s collapse behavior (data-bs-toggle="collapse")</a:t>
            </a:r>
          </a:p>
          <a:p>
            <a:r>
              <a:rPr lang="en-US" dirty="0"/>
              <a:t>This gives a sticky, responsive header with a hamburger menu on mobile.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20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5284436-724F-60A8-9836-E0D3B53BF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Bootstrap Components Used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3664909-C82C-3F25-A54F-7EC37EA78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UI components in this project</a:t>
            </a:r>
            <a:endParaRPr lang="en-US" dirty="0"/>
          </a:p>
          <a:p>
            <a:r>
              <a:rPr lang="en-US" dirty="0"/>
              <a:t>Cards (card) for next race + analytics blocks + team cards</a:t>
            </a:r>
          </a:p>
          <a:p>
            <a:r>
              <a:rPr lang="en-US" dirty="0"/>
              <a:t>Forms (form-control, form-select) for tasks/contact</a:t>
            </a:r>
          </a:p>
          <a:p>
            <a:r>
              <a:rPr lang="en-US" dirty="0"/>
              <a:t>Tables (table, table-striped, table-responsive) for task list</a:t>
            </a:r>
          </a:p>
          <a:p>
            <a:r>
              <a:rPr lang="en-US" dirty="0"/>
              <a:t>Carousel (carousel) on About page</a:t>
            </a:r>
          </a:p>
          <a:p>
            <a:r>
              <a:rPr lang="en-US" dirty="0"/>
              <a:t>Modals (modal) for task edit + contact confirmation</a:t>
            </a:r>
          </a:p>
          <a:p>
            <a:r>
              <a:rPr lang="en-US" dirty="0"/>
              <a:t>Modals are used for editing tasks and showing the contact confirmation popup.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61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08294F-5061-00B2-E8DD-5923FC61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JavaScript: Tasks (CRUD + Filters + Sorting)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58A2D54-9FD7-B4BB-4714-FD40BBB41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b="1" dirty="0"/>
              <a:t>How tasks work (vanilla JS)</a:t>
            </a:r>
            <a:endParaRPr lang="en-US" dirty="0"/>
          </a:p>
          <a:p>
            <a:r>
              <a:rPr lang="en-US" dirty="0"/>
              <a:t>Tasks stored in </a:t>
            </a:r>
            <a:r>
              <a:rPr lang="en-US" dirty="0" err="1"/>
              <a:t>localStorage</a:t>
            </a:r>
            <a:r>
              <a:rPr lang="en-US" dirty="0"/>
              <a:t> (persists after refresh)</a:t>
            </a:r>
          </a:p>
          <a:p>
            <a:r>
              <a:rPr lang="en-US" dirty="0"/>
              <a:t>Render tasks into the table dynamically</a:t>
            </a:r>
          </a:p>
          <a:p>
            <a:r>
              <a:rPr lang="en-US" dirty="0"/>
              <a:t>Event delegation on the table (one listener handles all button clicks)</a:t>
            </a:r>
          </a:p>
          <a:p>
            <a:r>
              <a:rPr lang="en-US" dirty="0"/>
              <a:t>Filtering by status + priority, sorting by name/date</a:t>
            </a:r>
          </a:p>
          <a:p>
            <a:r>
              <a:rPr lang="en-US" dirty="0"/>
              <a:t>When a task is added, we push an object into the array and save to </a:t>
            </a:r>
            <a:r>
              <a:rPr lang="en-US" dirty="0" err="1"/>
              <a:t>localStorage</a:t>
            </a:r>
            <a:r>
              <a:rPr lang="en-US" dirty="0"/>
              <a:t>.</a:t>
            </a:r>
          </a:p>
          <a:p>
            <a:r>
              <a:rPr lang="en-US" dirty="0"/>
              <a:t>Then we re-render the table using </a:t>
            </a:r>
            <a:r>
              <a:rPr lang="en-US" dirty="0" err="1"/>
              <a:t>innerHTML</a:t>
            </a:r>
            <a:r>
              <a:rPr lang="en-US" dirty="0"/>
              <a:t> row templates.</a:t>
            </a:r>
          </a:p>
          <a:p>
            <a:r>
              <a:rPr lang="en-US" dirty="0"/>
              <a:t>We use data-id attributes to identify which task was clicked.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434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BCAEE33-9C24-DE8D-FC31-EB1C5408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Integration + Dashboard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8411743-BB7B-745F-9200-0B0FB7BEB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9948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b="1" dirty="0"/>
              <a:t>API: Next Race (Home page)</a:t>
            </a:r>
            <a:endParaRPr lang="en-US" dirty="0"/>
          </a:p>
          <a:p>
            <a:r>
              <a:rPr lang="en-US" dirty="0"/>
              <a:t>Fetch season schedule via </a:t>
            </a:r>
            <a:r>
              <a:rPr lang="en-US" dirty="0" err="1"/>
              <a:t>Ergast</a:t>
            </a:r>
            <a:r>
              <a:rPr lang="en-US" dirty="0"/>
              <a:t>/</a:t>
            </a:r>
            <a:r>
              <a:rPr lang="en-US" dirty="0" err="1"/>
              <a:t>Jolpi</a:t>
            </a:r>
            <a:r>
              <a:rPr lang="en-US" dirty="0"/>
              <a:t> endpoint</a:t>
            </a:r>
          </a:p>
          <a:p>
            <a:r>
              <a:rPr lang="en-US" dirty="0"/>
              <a:t>Display next upcoming race name, circuit, location, date</a:t>
            </a:r>
          </a:p>
          <a:p>
            <a:r>
              <a:rPr lang="en-US" dirty="0"/>
              <a:t>Uses try/fallback logic for reliability</a:t>
            </a:r>
          </a:p>
          <a:p>
            <a:pPr marL="0" indent="0" algn="ctr">
              <a:buNone/>
            </a:pPr>
            <a:r>
              <a:rPr lang="en-US" b="1" dirty="0"/>
              <a:t>Dashboard (Analytics page)</a:t>
            </a:r>
            <a:endParaRPr lang="en-US" dirty="0"/>
          </a:p>
          <a:p>
            <a:r>
              <a:rPr lang="en-US" dirty="0"/>
              <a:t>Uses Chart.js to draw:</a:t>
            </a:r>
          </a:p>
          <a:p>
            <a:pPr lvl="1"/>
            <a:r>
              <a:rPr lang="en-US" dirty="0"/>
              <a:t>Bar chart: Completed vs Pending</a:t>
            </a:r>
          </a:p>
          <a:p>
            <a:pPr lvl="1"/>
            <a:r>
              <a:rPr lang="en-US" dirty="0"/>
              <a:t>Pie chart: High/Medium/Low priorities</a:t>
            </a:r>
          </a:p>
          <a:p>
            <a:r>
              <a:rPr lang="en-US" dirty="0"/>
              <a:t>Chart.js can be loaded via CDN and used to build charts with a &lt;canvas&gt; element.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73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29F791D-0D3F-11B3-ED26-17BC231B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Accessibility + Form Validation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93ACDEE-F219-0301-72ED-2C3F38EE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418347"/>
            <a:ext cx="9601196" cy="3994485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/>
              <a:t>Accessibility</a:t>
            </a:r>
            <a:endParaRPr lang="en-US" dirty="0"/>
          </a:p>
          <a:p>
            <a:r>
              <a:rPr lang="en-US" dirty="0"/>
              <a:t>alt text on images</a:t>
            </a:r>
          </a:p>
          <a:p>
            <a:r>
              <a:rPr lang="en-US" dirty="0"/>
              <a:t>labels linked with for="" and input id=""</a:t>
            </a:r>
          </a:p>
          <a:p>
            <a:r>
              <a:rPr lang="en-US" dirty="0"/>
              <a:t>aria-label (dark mode button, navbar toggler)</a:t>
            </a:r>
          </a:p>
          <a:p>
            <a:r>
              <a:rPr lang="en-US" dirty="0"/>
              <a:t>aria-current="page" for active nav link</a:t>
            </a:r>
          </a:p>
          <a:p>
            <a:pPr marL="0" indent="0" algn="ctr">
              <a:buNone/>
            </a:pPr>
            <a:r>
              <a:rPr lang="en-US" b="1" dirty="0"/>
              <a:t>Validation</a:t>
            </a:r>
            <a:endParaRPr lang="en-US" dirty="0"/>
          </a:p>
          <a:p>
            <a:r>
              <a:rPr lang="en-US" dirty="0"/>
              <a:t>HTML5 required fields (required, type="email")</a:t>
            </a:r>
          </a:p>
          <a:p>
            <a:r>
              <a:rPr lang="en-US" dirty="0"/>
              <a:t>JS checks + Bootstrap validation classes</a:t>
            </a:r>
          </a:p>
          <a:p>
            <a:r>
              <a:rPr lang="en-US" dirty="0"/>
              <a:t>Contact page: confirmation modal shows the submitted details</a:t>
            </a:r>
          </a:p>
          <a:p>
            <a:r>
              <a:rPr lang="en-US" dirty="0"/>
              <a:t>This covers rubric items: accessibility basics, responsive navigation, and client-side validation.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0518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Οργανικό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</TotalTime>
  <Words>610</Words>
  <Application>Microsoft Office PowerPoint</Application>
  <PresentationFormat>Ευρεία οθόνη</PresentationFormat>
  <Paragraphs>63</Paragraphs>
  <Slides>8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2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8</vt:i4>
      </vt:variant>
    </vt:vector>
  </HeadingPairs>
  <TitlesOfParts>
    <vt:vector size="11" baseType="lpstr">
      <vt:lpstr>Arial</vt:lpstr>
      <vt:lpstr>Garamond</vt:lpstr>
      <vt:lpstr>Οργανικό</vt:lpstr>
      <vt:lpstr>F1 Fan Hub (Task Manager)</vt:lpstr>
      <vt:lpstr>Why Bootstrap 5?</vt:lpstr>
      <vt:lpstr>Basic App Structure (Pages)</vt:lpstr>
      <vt:lpstr>Responsive Navigation (Hamburger Menu)</vt:lpstr>
      <vt:lpstr>Key Bootstrap Components Used</vt:lpstr>
      <vt:lpstr>JavaScript: Tasks (CRUD + Filters + Sorting)</vt:lpstr>
      <vt:lpstr>API Integration + Dashboard</vt:lpstr>
      <vt:lpstr>Accessibility + Form Validation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Zervakos</dc:creator>
  <cp:lastModifiedBy>Konstantinos Zervakos</cp:lastModifiedBy>
  <cp:revision>1</cp:revision>
  <dcterms:created xsi:type="dcterms:W3CDTF">2026-02-24T16:29:55Z</dcterms:created>
  <dcterms:modified xsi:type="dcterms:W3CDTF">2026-02-24T16:39:50Z</dcterms:modified>
</cp:coreProperties>
</file>